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448F-1319-4AEA-B533-0444C0134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CF0D7-3D6D-4CD9-88A2-BDC334D25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B1CEE-97A9-45D6-8716-3B29CD66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2ACC0-30B7-4FD4-9AE9-A1DB14F0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DE98-C9D4-44EE-BBA9-FEC361A0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7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1A03-65B9-4298-B69C-83858BC32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FBFD-8D42-4DEE-9258-4DBEF8B93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D3C0D-05E6-4904-B317-D1133186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D3E31-9C41-4F2F-90C3-3A4F1828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E1B42-41EF-4B8C-A002-2C3CE033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7BC1-8B36-4FBD-9991-01EA9F5C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ECC3C-38D8-4E6D-BB67-2F596EDC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7915-F44F-4DC8-940A-1E3E7CBE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A5178-2444-4658-8ECC-F1C11C3DB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38EA4-9C76-4C50-ADDF-966CE056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EFB5-CAA0-4C46-AA21-9EF35528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3B60-AC11-4D34-8A13-54ABE117F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528AF-DB97-4CE4-ACA3-670C95CA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6828A-36B5-40AE-971A-072D8F34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1B843-C10C-4C4E-8FD8-E5051687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1E0B7-CD9E-4C48-90AA-08D65D20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1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BE00-5C20-429F-A935-123C0C86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48A2A-FBB5-453A-94A9-7B749EC8B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3F47C-872B-42E7-B0F1-B9FE2E548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8C3E3-6C3E-4AED-9B24-3ABACD892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A39A4-1247-4B32-851C-C5834F8B9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F5287-C926-4540-82B2-55076ACE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10AC81-7E87-4C50-A066-EDEB3CDE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CB989-2906-4B22-916E-559EE6D6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6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CD50-5136-4998-9654-5CB3178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1FA25F-134B-494C-B6BE-01186BF5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677DB-B65B-43D9-9658-62F0AE79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26C75-82F4-4E13-B312-66416C62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3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B8BBD-8A78-47B3-B8B5-1031CE50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BF5CD-D7D4-4195-AB66-ABDF2E48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F0599-5106-4A59-9DB5-9C161492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0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73A2-70CB-4E54-A6AD-9453037F3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80FEF-60ED-48CA-B811-EF98B6D0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0F662-AE4E-45E2-9B18-20B040C76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B643C-9F6C-469F-8C37-57F62304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117E5-42E5-4154-A499-D0B8296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AB1C6-01F9-46F9-B37F-B0A4F25C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2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EA5D-7A63-4A0E-9495-A79E7E12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52775-B28C-4DD9-BF8D-37746BC3C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2B90A-060D-487F-86B5-E29635994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47843-E6CB-4D57-89C2-05022C50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6AC28-B45A-4345-B897-007864D5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4398-3A36-4C48-81C0-90039F5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2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1699-A9B2-44BB-AC9B-6BCAB0A5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48496-755B-4883-8900-1B91B2642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D530A-24DF-4A6C-9CCD-BEB40D80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50B8-F084-45BE-B44B-C6CDB820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C9DD1-AB76-4EEE-A387-50A75B5D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3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EC257-9901-49C8-B51B-2EDE24B7E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2D185-5A20-4340-8432-0EDBBB2B5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38F0-F6B5-4E7E-959D-2EEE7DDC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C58C9-0335-4616-A729-D22CE357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6BB5B-B412-42CF-98E9-C51307D6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9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218C5-17B3-4A9C-964A-E2F34260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FC2A3-A1F6-443D-BD85-0E4275322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CAD25-3C5D-498A-8538-14997B9D7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67737-BC66-4290-AA19-AF7ED3E9EC56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E098-32EC-4CAF-B6BD-BFED5F16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37F31-D693-420E-A3CD-2D40700F5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F8225-1FC4-4382-A49F-0EE8ADA21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ECFEEC-A0C8-4D7C-8031-C0EE2FAB0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4" descr="https://files.slack.com/files-pri/T3N8JBE2C-FKZ4Q15KL/image.png">
            <a:extLst>
              <a:ext uri="{FF2B5EF4-FFF2-40B4-BE49-F238E27FC236}">
                <a16:creationId xmlns:a16="http://schemas.microsoft.com/office/drawing/2014/main" id="{097A3467-F01C-43A8-A76B-A8707FFE8FDA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5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39C11-2A6B-470E-B4B4-B3360DB1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Figure 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AF227BEA-D9A4-481B-8A0D-73D0056004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567" y="2911620"/>
            <a:ext cx="5455917" cy="302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>
            <a:extLst>
              <a:ext uri="{FF2B5EF4-FFF2-40B4-BE49-F238E27FC236}">
                <a16:creationId xmlns:a16="http://schemas.microsoft.com/office/drawing/2014/main" id="{BA2F0D6D-7029-44B8-B6B6-1E03EADAB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5073" y="2911620"/>
            <a:ext cx="5455917" cy="302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30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2" name="Straight Connector 144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D6AF60B0-88C3-4A12-89C4-25CB28280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59" y="992791"/>
            <a:ext cx="2648371" cy="262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F64EA-E51B-4962-B00F-DA769B34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Figure 2</a:t>
            </a:r>
            <a:endParaRPr lang="en-US" sz="5400" dirty="0">
              <a:solidFill>
                <a:srgbClr val="FFFFFF"/>
              </a:solidFill>
            </a:endParaRP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88A905D8-A9FA-42EC-9F54-EC964A13E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1" y="987284"/>
            <a:ext cx="2659472" cy="263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2">
            <a:extLst>
              <a:ext uri="{FF2B5EF4-FFF2-40B4-BE49-F238E27FC236}">
                <a16:creationId xmlns:a16="http://schemas.microsoft.com/office/drawing/2014/main" id="{AA6CE7EC-4397-4041-BDA1-65D4D0D07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5269" y="1015104"/>
            <a:ext cx="2648372" cy="262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C99A1E-E469-4E92-8C45-40157B8B3257}"/>
              </a:ext>
            </a:extLst>
          </p:cNvPr>
          <p:cNvSpPr txBox="1"/>
          <p:nvPr/>
        </p:nvSpPr>
        <p:spPr>
          <a:xfrm>
            <a:off x="6848285" y="359923"/>
            <a:ext cx="196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Volumetric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27EE4-A251-4686-AEAD-F6729A74299D}"/>
              </a:ext>
            </a:extLst>
          </p:cNvPr>
          <p:cNvSpPr txBox="1"/>
          <p:nvPr/>
        </p:nvSpPr>
        <p:spPr>
          <a:xfrm>
            <a:off x="9982200" y="359923"/>
            <a:ext cx="168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C4D22-5B9E-4502-BA41-9F45651C629C}"/>
              </a:ext>
            </a:extLst>
          </p:cNvPr>
          <p:cNvSpPr txBox="1"/>
          <p:nvPr/>
        </p:nvSpPr>
        <p:spPr>
          <a:xfrm>
            <a:off x="629811" y="371740"/>
            <a:ext cx="2247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Corrcoef</a:t>
            </a:r>
            <a:r>
              <a:rPr lang="en-US" dirty="0"/>
              <a:t> (</a:t>
            </a:r>
            <a:r>
              <a:rPr lang="en-US" dirty="0" err="1"/>
              <a:t>All_rest</a:t>
            </a:r>
            <a:r>
              <a:rPr lang="en-US" dirty="0"/>
              <a:t>[0])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EEBAED-3F42-4775-B8F0-95C0B5DACAA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b="10424"/>
          <a:stretch/>
        </p:blipFill>
        <p:spPr>
          <a:xfrm>
            <a:off x="3288449" y="1034533"/>
            <a:ext cx="2772397" cy="239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5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7E98E6D5-3F7D-4A9A-803F-601945EDB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9838" y="430985"/>
            <a:ext cx="2659472" cy="263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C9426-EE91-40B4-A94A-F9A2C6D50D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b="10424"/>
          <a:stretch/>
        </p:blipFill>
        <p:spPr>
          <a:xfrm>
            <a:off x="6384730" y="3186041"/>
            <a:ext cx="2772397" cy="2394467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DDEE9DF-7242-4FAF-A36B-AA5DADC60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9310" y="441999"/>
            <a:ext cx="2648371" cy="262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68E7392A-46CC-4A8B-89B4-69BA01C9B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9838" y="3069516"/>
            <a:ext cx="2648372" cy="262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87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D9B5-26F4-4D3E-A351-81C75DB23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11" y="629266"/>
            <a:ext cx="3697511" cy="167660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4000"/>
              <a:t>Figure 3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C29D873-1945-4654-A367-D915DFB30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246" y="0"/>
            <a:ext cx="755975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ounded Rectangle 9">
            <a:extLst>
              <a:ext uri="{FF2B5EF4-FFF2-40B4-BE49-F238E27FC236}">
                <a16:creationId xmlns:a16="http://schemas.microsoft.com/office/drawing/2014/main" id="{6190A0DD-293F-477F-AEDB-BD04B122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2995" y="484632"/>
            <a:ext cx="6709145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BF90534-34B3-40D6-B128-CB109836B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r="3" b="3"/>
          <a:stretch/>
        </p:blipFill>
        <p:spPr bwMode="auto">
          <a:xfrm>
            <a:off x="5414728" y="827678"/>
            <a:ext cx="1917732" cy="199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D4DC80C-DE5A-45C0-BB61-1F4BFDB14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7" r="5" b="5"/>
          <a:stretch/>
        </p:blipFill>
        <p:spPr bwMode="auto">
          <a:xfrm>
            <a:off x="7493327" y="829733"/>
            <a:ext cx="1917733" cy="199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2">
            <a:extLst>
              <a:ext uri="{FF2B5EF4-FFF2-40B4-BE49-F238E27FC236}">
                <a16:creationId xmlns:a16="http://schemas.microsoft.com/office/drawing/2014/main" id="{3A06B79D-09C4-48AC-8570-DD22C6263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r="3" b="3"/>
          <a:stretch/>
        </p:blipFill>
        <p:spPr bwMode="auto">
          <a:xfrm>
            <a:off x="9571927" y="827679"/>
            <a:ext cx="1917733" cy="199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87050D-9C96-4C70-8423-28C42A00453A}"/>
              </a:ext>
            </a:extLst>
          </p:cNvPr>
          <p:cNvSpPr txBox="1"/>
          <p:nvPr/>
        </p:nvSpPr>
        <p:spPr>
          <a:xfrm>
            <a:off x="5755183" y="501055"/>
            <a:ext cx="154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Volumetric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F8361-F1CD-43B7-9A63-C6EE8F3BB618}"/>
              </a:ext>
            </a:extLst>
          </p:cNvPr>
          <p:cNvSpPr txBox="1"/>
          <p:nvPr/>
        </p:nvSpPr>
        <p:spPr>
          <a:xfrm>
            <a:off x="7916077" y="501055"/>
            <a:ext cx="146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E8040-B68F-4E11-BEC7-BCD9BD49497B}"/>
              </a:ext>
            </a:extLst>
          </p:cNvPr>
          <p:cNvSpPr txBox="1"/>
          <p:nvPr/>
        </p:nvSpPr>
        <p:spPr>
          <a:xfrm>
            <a:off x="9868350" y="484632"/>
            <a:ext cx="162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</a:t>
            </a: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0ADA5831-0B24-4136-AAC2-E225B5CEE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548" y="2846964"/>
            <a:ext cx="5733211" cy="318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FE8CB1D0-422B-4762-996C-638C817D70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80"/>
          <a:stretch/>
        </p:blipFill>
        <p:spPr bwMode="auto">
          <a:xfrm>
            <a:off x="312975" y="2986481"/>
            <a:ext cx="3831188" cy="264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06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506DB3E-AE6F-4084-9E2B-87F51C6D13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89" y="12557"/>
            <a:ext cx="5963055" cy="306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874E067-D4AD-4D30-8CF9-95F1D0165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06" y="3429000"/>
            <a:ext cx="5963055" cy="3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8B66BAC4-1858-457D-92E0-BB64B35E4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561" y="129737"/>
            <a:ext cx="5720750" cy="282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4026C73B-5DBD-42F2-8874-B41B2CAE5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463" y="3568190"/>
            <a:ext cx="5752443" cy="289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74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983C4DC-EA4E-407A-9822-F966FA80FFDC}"/>
              </a:ext>
            </a:extLst>
          </p:cNvPr>
          <p:cNvGrpSpPr/>
          <p:nvPr/>
        </p:nvGrpSpPr>
        <p:grpSpPr>
          <a:xfrm>
            <a:off x="1195297" y="682036"/>
            <a:ext cx="4190895" cy="2273839"/>
            <a:chOff x="1195297" y="682036"/>
            <a:chExt cx="4190895" cy="22738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760E02E-9243-4B2E-98BC-13C49CCECD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708" r="13052"/>
            <a:stretch/>
          </p:blipFill>
          <p:spPr>
            <a:xfrm>
              <a:off x="3735211" y="682036"/>
              <a:ext cx="1650981" cy="22738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0774AA-4297-458E-B750-811B3CF439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2708"/>
            <a:stretch/>
          </p:blipFill>
          <p:spPr>
            <a:xfrm>
              <a:off x="1195297" y="682036"/>
              <a:ext cx="2539914" cy="2273839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D630EF-AB79-4846-B5FB-19149B1B0007}"/>
              </a:ext>
            </a:extLst>
          </p:cNvPr>
          <p:cNvGrpSpPr/>
          <p:nvPr/>
        </p:nvGrpSpPr>
        <p:grpSpPr>
          <a:xfrm>
            <a:off x="5538696" y="682035"/>
            <a:ext cx="4190895" cy="2273839"/>
            <a:chOff x="4357596" y="2955875"/>
            <a:chExt cx="7443880" cy="40703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CA158A-B1A3-4DED-9988-2CC93EA3A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3321" r="13007"/>
            <a:stretch/>
          </p:blipFill>
          <p:spPr>
            <a:xfrm>
              <a:off x="8915400" y="2955875"/>
              <a:ext cx="2886076" cy="40703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CFAC710-7659-4AE2-989F-2819155604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4" r="62383"/>
            <a:stretch/>
          </p:blipFill>
          <p:spPr>
            <a:xfrm>
              <a:off x="4357596" y="2955875"/>
              <a:ext cx="4557803" cy="407035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16BB25-F81E-4C4D-BFC9-A7A2B0248115}"/>
              </a:ext>
            </a:extLst>
          </p:cNvPr>
          <p:cNvGrpSpPr/>
          <p:nvPr/>
        </p:nvGrpSpPr>
        <p:grpSpPr>
          <a:xfrm>
            <a:off x="1195297" y="3089275"/>
            <a:ext cx="4190895" cy="2406650"/>
            <a:chOff x="1195297" y="3089275"/>
            <a:chExt cx="7424829" cy="40703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64A631C-3549-4DE3-873D-51A1BED1C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2695"/>
            <a:stretch/>
          </p:blipFill>
          <p:spPr>
            <a:xfrm>
              <a:off x="1195297" y="3089275"/>
              <a:ext cx="4548278" cy="40703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DD2CE1-FB3F-41C0-B413-BC551F1CC8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3008" r="13398"/>
            <a:stretch/>
          </p:blipFill>
          <p:spPr>
            <a:xfrm>
              <a:off x="5743575" y="3089275"/>
              <a:ext cx="2876551" cy="40703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D22B40-D42D-4847-A238-40BFB1D3C868}"/>
              </a:ext>
            </a:extLst>
          </p:cNvPr>
          <p:cNvGrpSpPr/>
          <p:nvPr/>
        </p:nvGrpSpPr>
        <p:grpSpPr>
          <a:xfrm>
            <a:off x="5538696" y="3089275"/>
            <a:ext cx="4190895" cy="2406650"/>
            <a:chOff x="3004942" y="1866951"/>
            <a:chExt cx="7355258" cy="407035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54BF77C-245C-477E-928A-A39A6CB62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62344"/>
            <a:stretch/>
          </p:blipFill>
          <p:spPr>
            <a:xfrm>
              <a:off x="3004942" y="1866951"/>
              <a:ext cx="4591050" cy="40703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BE24A8-6D6F-434A-A0AB-5966C91042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3047" r="13281"/>
            <a:stretch/>
          </p:blipFill>
          <p:spPr>
            <a:xfrm>
              <a:off x="7474124" y="1866951"/>
              <a:ext cx="2886076" cy="4070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231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0CCDA6-6AAE-491F-9668-3EA357C08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807"/>
          <a:stretch/>
        </p:blipFill>
        <p:spPr>
          <a:xfrm>
            <a:off x="7564118" y="1639449"/>
            <a:ext cx="2669376" cy="2273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F5BD4D-D142-4294-8EB8-FCEA8310CE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807"/>
          <a:stretch/>
        </p:blipFill>
        <p:spPr>
          <a:xfrm>
            <a:off x="4315084" y="1639450"/>
            <a:ext cx="2669376" cy="22738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33A115-4BF0-4D46-96CE-D800DBD2E6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807"/>
          <a:stretch/>
        </p:blipFill>
        <p:spPr>
          <a:xfrm>
            <a:off x="1192500" y="1639450"/>
            <a:ext cx="2669380" cy="22738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268A5-4755-4E7D-815C-56C56AF89531}"/>
              </a:ext>
            </a:extLst>
          </p:cNvPr>
          <p:cNvSpPr txBox="1"/>
          <p:nvPr/>
        </p:nvSpPr>
        <p:spPr>
          <a:xfrm>
            <a:off x="2021747" y="1209705"/>
            <a:ext cx="809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myelin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A93300-8BC7-4736-A6C5-18F8261A874E}"/>
              </a:ext>
            </a:extLst>
          </p:cNvPr>
          <p:cNvSpPr txBox="1"/>
          <p:nvPr/>
        </p:nvSpPr>
        <p:spPr>
          <a:xfrm>
            <a:off x="5289108" y="1270117"/>
            <a:ext cx="866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50D09-42F6-4D2E-BAA7-CE1A67B767CD}"/>
              </a:ext>
            </a:extLst>
          </p:cNvPr>
          <p:cNvSpPr txBox="1"/>
          <p:nvPr/>
        </p:nvSpPr>
        <p:spPr>
          <a:xfrm>
            <a:off x="8400701" y="1270117"/>
            <a:ext cx="118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volumetric</a:t>
            </a:r>
          </a:p>
        </p:txBody>
      </p:sp>
    </p:spTree>
    <p:extLst>
      <p:ext uri="{BB962C8B-B14F-4D97-AF65-F5344CB8AC3E}">
        <p14:creationId xmlns:p14="http://schemas.microsoft.com/office/powerpoint/2010/main" val="176797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6C244-FF34-4A79-AE2D-1535FEB1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 in vol and surf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C87896-64A9-4863-969E-3E49E9FF6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5956"/>
            <a:ext cx="10515600" cy="351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17413</TotalTime>
  <Words>28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Figure 1</vt:lpstr>
      <vt:lpstr>Figure 2</vt:lpstr>
      <vt:lpstr>PowerPoint Presentation</vt:lpstr>
      <vt:lpstr>Figure 3</vt:lpstr>
      <vt:lpstr>PowerPoint Presentation</vt:lpstr>
      <vt:lpstr>PowerPoint Presentation</vt:lpstr>
      <vt:lpstr>PowerPoint Presentation</vt:lpstr>
      <vt:lpstr>Diff in vol and surf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Haynes, Kellen M</dc:creator>
  <cp:lastModifiedBy>Haynes, Kellen M</cp:lastModifiedBy>
  <cp:revision>12</cp:revision>
  <dcterms:created xsi:type="dcterms:W3CDTF">2019-06-28T00:36:21Z</dcterms:created>
  <dcterms:modified xsi:type="dcterms:W3CDTF">2019-07-17T18:02:01Z</dcterms:modified>
</cp:coreProperties>
</file>