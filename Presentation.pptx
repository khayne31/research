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60" r:id="rId5"/>
    <p:sldId id="259" r:id="rId6"/>
    <p:sldId id="261" r:id="rId7"/>
    <p:sldId id="268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2314-95E3-44B0-A07D-719E6EBB2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2441B-2358-4766-BEA7-18A1DE139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B166-9E18-4003-9B4F-86360A99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E2D61-F0BC-4A45-860B-8AEF945F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91A5-705A-4C10-9742-02286F66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9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DB6E-CE99-4236-8363-C2D87C08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34C5B-25E4-4884-89CB-C79268F3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9B65-5EC1-4B46-864F-6E913434D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05B1-D812-4435-AB22-0A4EBA83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2FD0-5405-4A8D-8FB9-13392152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7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0B1E-E5F6-4E43-92D8-F458493A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C16A4-6395-4496-A769-EAABC70CE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74E9C-CBFD-4119-8174-37188F7E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470AF-9354-4EEC-90AA-6C1FC087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4879F-CD99-442B-A884-1BA16375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FA35-FE2B-4BC3-949A-FE7BB9D6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173E-91BA-4C4A-861B-320B8CC61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A175E-17D4-4038-A889-D53CCA79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6B3F9-F9F1-4676-A7AC-1D2F5637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01C47-1A5D-4A5B-9450-7373CE15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E78FE-24A0-46F2-975D-7BBF0859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0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751D-6CB6-42B1-A09E-90D9D559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55A0E-65AA-4D55-8560-D092217E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EB01F-13C3-4765-A63B-BA72E78C1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B3570-FF19-442A-A969-DB71602BC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AE2B6-6B25-4D17-96F1-D2ACB2841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123EC-CFF4-4D67-A50D-5DD27D83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721AB-C5A5-499C-8C05-BB3C3B08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EAAC8-559A-4899-A798-661A98F9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6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CC26-48B4-41FD-89F5-65C221DC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88422-78B3-4EA7-ABE7-F0DAA427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31EA5-DDA6-4F13-A7A8-AEFA423A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EEE56-81A4-4DB0-9FBC-C5BE384E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4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C531E-7463-4C46-AAC1-BD37FC62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E9A51-023B-4B61-8D9A-886B056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E3E-E563-4C48-A63C-621AF6A8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DAFD-F3EB-4BD9-9B18-94DBD863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A28D-1EBA-4CBD-9C61-C0B9797A5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1CE7-BD83-46D0-B840-74F413FE9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4D3EC-4005-4DBB-8C20-D851A655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87986-F434-4298-829D-6FDA2098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AD7C-391C-4384-8D6C-61EC0236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2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96DA-5C36-459F-A912-BB41DC23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ACD29-92D2-400F-BDAE-F718F95F7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B12E8-4640-49F5-B000-380826D3D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16760-2661-4BCE-BCED-159D2632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71A3D-D877-4312-AC32-65B172A8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C0EF2-9FFB-4CB0-8941-5EE700E1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9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BA6F-31D6-4DEE-BFB9-6BAC47D1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ACD2C-E18E-436E-A326-5EB9A9A5A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AFD8D-B01E-483E-91B6-296CD7C0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BB718-28B7-44B5-A3CA-32262AAC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4454A-3A1D-47E6-B6A9-637C8BB9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59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36CDD-D833-4205-BF7A-079EE5E3A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359B4-5ACF-47B9-AA65-4EC7768A4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E2A-6535-4E85-B828-8436EEBF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DD9AD-702F-4148-81BC-6247CAE7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FE965-059F-4542-89F0-8343D136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8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F4ABE-06C5-4DEE-A199-6A5E6FCD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7EFE2-8BCB-428E-98D4-AC86F9BDB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AF2AA-05C2-4E72-8A58-F57628D3A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5148D-CBC2-494D-879D-38A61AA7EAF4}" type="datetimeFigureOut">
              <a:rPr lang="en-US" smtClean="0"/>
              <a:t>6/17/2019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420B1-DF5D-49CB-8630-04B649CC8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918EB-C6AA-4891-A379-50B3B6B0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73525-6DDD-47FD-AB84-963B4092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7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3017-DF4D-4C4C-8AE1-A6EF250E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286934"/>
            <a:ext cx="9618132" cy="790147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17BD79B0-1F20-4F77-963E-30678B3C3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4" y="2365002"/>
            <a:ext cx="9618132" cy="1536382"/>
          </a:xfrm>
        </p:spPr>
        <p:txBody>
          <a:bodyPr>
            <a:normAutofit/>
          </a:bodyPr>
          <a:lstStyle/>
          <a:p>
            <a:endParaRPr lang="en-US" sz="2400"/>
          </a:p>
        </p:txBody>
      </p:sp>
      <p:pic>
        <p:nvPicPr>
          <p:cNvPr id="22" name="Content Placeholder 8">
            <a:extLst>
              <a:ext uri="{FF2B5EF4-FFF2-40B4-BE49-F238E27FC236}">
                <a16:creationId xmlns:a16="http://schemas.microsoft.com/office/drawing/2014/main" id="{A73B4D75-A697-4EB9-9A51-AC2DB8482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3100413"/>
            <a:ext cx="6175042" cy="13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8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73F6-5CA9-44B7-8A00-E16F166E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29" y="629266"/>
            <a:ext cx="5264232" cy="1676603"/>
          </a:xfrm>
        </p:spPr>
        <p:txBody>
          <a:bodyPr>
            <a:normAutofit/>
          </a:bodyPr>
          <a:lstStyle/>
          <a:p>
            <a:r>
              <a:rPr lang="en-US" sz="3600" dirty="0"/>
              <a:t>Predicted Structural Matrix</a:t>
            </a:r>
          </a:p>
        </p:txBody>
      </p:sp>
      <p:sp>
        <p:nvSpPr>
          <p:cNvPr id="1035" name="Content Placeholder 1032">
            <a:extLst>
              <a:ext uri="{FF2B5EF4-FFF2-40B4-BE49-F238E27FC236}">
                <a16:creationId xmlns:a16="http://schemas.microsoft.com/office/drawing/2014/main" id="{A99CC703-C2D1-4119-93BA-04323ECC7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36" name="Picture 4">
            <a:extLst>
              <a:ext uri="{FF2B5EF4-FFF2-40B4-BE49-F238E27FC236}">
                <a16:creationId xmlns:a16="http://schemas.microsoft.com/office/drawing/2014/main" id="{8CE420D1-1F75-45DB-9E6D-F0F6149C5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" r="-1" b="-1"/>
          <a:stretch/>
        </p:blipFill>
        <p:spPr bwMode="auto">
          <a:xfrm>
            <a:off x="6090613" y="640082"/>
            <a:ext cx="5461724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66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984C-4D9F-4348-A4A5-A3DE3BD4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sz="3600" dirty="0"/>
              <a:t>Actual Structural Matrix</a:t>
            </a:r>
          </a:p>
        </p:txBody>
      </p:sp>
      <p:sp>
        <p:nvSpPr>
          <p:cNvPr id="2057" name="Content Placeholder 2054">
            <a:extLst>
              <a:ext uri="{FF2B5EF4-FFF2-40B4-BE49-F238E27FC236}">
                <a16:creationId xmlns:a16="http://schemas.microsoft.com/office/drawing/2014/main" id="{D3D62F77-F520-4E24-8B4D-D9EA4A362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2058" name="Picture 2">
            <a:extLst>
              <a:ext uri="{FF2B5EF4-FFF2-40B4-BE49-F238E27FC236}">
                <a16:creationId xmlns:a16="http://schemas.microsoft.com/office/drawing/2014/main" id="{D47A97ED-60E5-4E7F-8CD6-167D083CE0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" r="-1" b="-1"/>
          <a:stretch/>
        </p:blipFill>
        <p:spPr bwMode="auto">
          <a:xfrm>
            <a:off x="6090613" y="640082"/>
            <a:ext cx="5461724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25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01E7-4368-46E1-A7E5-60DE6C1C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37" y="629266"/>
            <a:ext cx="5776376" cy="1676603"/>
          </a:xfrm>
        </p:spPr>
        <p:txBody>
          <a:bodyPr>
            <a:normAutofit/>
          </a:bodyPr>
          <a:lstStyle/>
          <a:p>
            <a:r>
              <a:rPr lang="en-US" sz="3200" dirty="0"/>
              <a:t>Actual Structural Matrix (Surface)</a:t>
            </a:r>
          </a:p>
        </p:txBody>
      </p:sp>
      <p:sp>
        <p:nvSpPr>
          <p:cNvPr id="4103" name="Content Placeholder 4102">
            <a:extLst>
              <a:ext uri="{FF2B5EF4-FFF2-40B4-BE49-F238E27FC236}">
                <a16:creationId xmlns:a16="http://schemas.microsoft.com/office/drawing/2014/main" id="{563575A4-882C-4842-B9D1-2FB113BDD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101" name="Picture 2">
            <a:extLst>
              <a:ext uri="{FF2B5EF4-FFF2-40B4-BE49-F238E27FC236}">
                <a16:creationId xmlns:a16="http://schemas.microsoft.com/office/drawing/2014/main" id="{5EA814E1-9CF7-494E-BC46-07A51F1B3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" r="-1" b="-1"/>
          <a:stretch/>
        </p:blipFill>
        <p:spPr bwMode="auto">
          <a:xfrm>
            <a:off x="6090613" y="640082"/>
            <a:ext cx="5461724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51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8E2F-626D-4C35-AB5E-0795D476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1A3057C-8EFD-4DE6-A3CE-5B0D6023EF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4" y="2906568"/>
            <a:ext cx="3226535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094CF33-272F-4D0E-A11D-C1F16C2F5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158" y="2984389"/>
            <a:ext cx="3226534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CCF425-5DE2-47FB-8326-4910E4536778}"/>
              </a:ext>
            </a:extLst>
          </p:cNvPr>
          <p:cNvSpPr txBox="1"/>
          <p:nvPr/>
        </p:nvSpPr>
        <p:spPr>
          <a:xfrm>
            <a:off x="1660321" y="2399251"/>
            <a:ext cx="246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D361F-4FEB-426F-B422-921611671A3B}"/>
              </a:ext>
            </a:extLst>
          </p:cNvPr>
          <p:cNvSpPr txBox="1"/>
          <p:nvPr/>
        </p:nvSpPr>
        <p:spPr>
          <a:xfrm>
            <a:off x="9387332" y="2399251"/>
            <a:ext cx="216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B9BFE-C3FA-44E3-A052-BB3A4E32FCB5}"/>
              </a:ext>
            </a:extLst>
          </p:cNvPr>
          <p:cNvSpPr txBox="1"/>
          <p:nvPr/>
        </p:nvSpPr>
        <p:spPr>
          <a:xfrm>
            <a:off x="4613945" y="2768583"/>
            <a:ext cx="264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Correlation:  0.4985</a:t>
            </a:r>
          </a:p>
        </p:txBody>
      </p:sp>
    </p:spTree>
    <p:extLst>
      <p:ext uri="{BB962C8B-B14F-4D97-AF65-F5344CB8AC3E}">
        <p14:creationId xmlns:p14="http://schemas.microsoft.com/office/powerpoint/2010/main" val="402879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E928-1C87-4559-93D6-4BED6B11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A5425-C2DA-4250-95F5-2AB77CCBD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158" y="2984389"/>
            <a:ext cx="3226534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2445E-1513-48E5-BB69-E0D797B2B4E0}"/>
              </a:ext>
            </a:extLst>
          </p:cNvPr>
          <p:cNvSpPr txBox="1"/>
          <p:nvPr/>
        </p:nvSpPr>
        <p:spPr>
          <a:xfrm>
            <a:off x="1399781" y="2391078"/>
            <a:ext cx="246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(Surface)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5EE8E-BFDB-4F31-9879-DD53DE05B929}"/>
              </a:ext>
            </a:extLst>
          </p:cNvPr>
          <p:cNvSpPr txBox="1"/>
          <p:nvPr/>
        </p:nvSpPr>
        <p:spPr>
          <a:xfrm>
            <a:off x="9387332" y="2399251"/>
            <a:ext cx="216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4377A-1A71-4F5D-AF9E-19ED31DDEC15}"/>
              </a:ext>
            </a:extLst>
          </p:cNvPr>
          <p:cNvSpPr txBox="1"/>
          <p:nvPr/>
        </p:nvSpPr>
        <p:spPr>
          <a:xfrm>
            <a:off x="4613945" y="2768583"/>
            <a:ext cx="264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Correlation:  0.5426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239AA35-967E-41B4-BD4D-6037BCA5F7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08" y="2984389"/>
            <a:ext cx="3226535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EF55-0D3E-4AE7-B808-ED5D154D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11E8F46-C9FC-40D2-93BA-C1E9863A54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13" y="3197683"/>
            <a:ext cx="3226535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04039DB0-0943-4F95-BDDA-EE1CD031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24" y="3234037"/>
            <a:ext cx="3226535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9EDECDC9-ECC6-480C-9E66-99DE2D358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954" y="3197683"/>
            <a:ext cx="3226535" cy="320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30FCD4-F2E6-47DE-8656-9EC7D5521E44}"/>
              </a:ext>
            </a:extLst>
          </p:cNvPr>
          <p:cNvSpPr txBox="1"/>
          <p:nvPr/>
        </p:nvSpPr>
        <p:spPr>
          <a:xfrm>
            <a:off x="1083020" y="2466542"/>
            <a:ext cx="3307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(Surface)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5C888-0983-4BC2-BCB5-C991F83AA674}"/>
              </a:ext>
            </a:extLst>
          </p:cNvPr>
          <p:cNvSpPr txBox="1"/>
          <p:nvPr/>
        </p:nvSpPr>
        <p:spPr>
          <a:xfrm>
            <a:off x="5410654" y="2475326"/>
            <a:ext cx="2206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75468-E3B0-4A2C-89D8-2BDA8236ACB6}"/>
              </a:ext>
            </a:extLst>
          </p:cNvPr>
          <p:cNvSpPr txBox="1"/>
          <p:nvPr/>
        </p:nvSpPr>
        <p:spPr>
          <a:xfrm>
            <a:off x="9957732" y="2466542"/>
            <a:ext cx="172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</p:spTree>
    <p:extLst>
      <p:ext uri="{BB962C8B-B14F-4D97-AF65-F5344CB8AC3E}">
        <p14:creationId xmlns:p14="http://schemas.microsoft.com/office/powerpoint/2010/main" val="206445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EDFEC-C1CC-4980-89E7-1E09B8CF3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Brain Regions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1D3EA5-7A53-4ED5-9661-36DCD9C86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00365"/>
            <a:ext cx="10905066" cy="414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8B427-CA07-46B1-9940-8E0B1034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Myelin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3BB366-50BB-47CD-B5AC-5B0617FE7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68" y="1675227"/>
            <a:ext cx="1021906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8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BD7D75B-6DB0-478D-BCC5-6C92A37EA6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8257" y="643466"/>
            <a:ext cx="7795485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08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49BF2C6-D4EB-4108-B1EA-9D582F19E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161" y="0"/>
            <a:ext cx="8015921" cy="55710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DDAADE4-CA2F-4DB1-A5F2-7B5EFC23E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674" y="-114300"/>
            <a:ext cx="3628326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5928A7B-F451-497A-B8A6-D7BA4D4701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5129" y="480060"/>
            <a:ext cx="5698085" cy="384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F86F90-E02A-4875-A618-727C7AE2C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024" y="5393853"/>
            <a:ext cx="1279952" cy="624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940986-3CF9-4E1A-8443-75A93BB96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957" y="622189"/>
            <a:ext cx="5324686" cy="3842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DD6D26-35DE-48B5-9D59-7600E8D17E32}"/>
              </a:ext>
            </a:extLst>
          </p:cNvPr>
          <p:cNvSpPr txBox="1"/>
          <p:nvPr/>
        </p:nvSpPr>
        <p:spPr>
          <a:xfrm>
            <a:off x="8791715" y="4514032"/>
            <a:ext cx="27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58A6C-329A-497E-8057-AA14EE568F5A}"/>
              </a:ext>
            </a:extLst>
          </p:cNvPr>
          <p:cNvSpPr txBox="1"/>
          <p:nvPr/>
        </p:nvSpPr>
        <p:spPr>
          <a:xfrm>
            <a:off x="2278861" y="4514032"/>
            <a:ext cx="253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Structural (Surface)</a:t>
            </a:r>
          </a:p>
        </p:txBody>
      </p:sp>
    </p:spTree>
    <p:extLst>
      <p:ext uri="{BB962C8B-B14F-4D97-AF65-F5344CB8AC3E}">
        <p14:creationId xmlns:p14="http://schemas.microsoft.com/office/powerpoint/2010/main" val="238708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40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Predicted Structural Matrix</vt:lpstr>
      <vt:lpstr>Actual Structural Matrix</vt:lpstr>
      <vt:lpstr>Actual Structural Matrix (Surface)</vt:lpstr>
      <vt:lpstr>PowerPoint Presentation</vt:lpstr>
      <vt:lpstr>PowerPoint Presentation</vt:lpstr>
      <vt:lpstr>PowerPoint Presentation</vt:lpstr>
      <vt:lpstr>Brain Regions</vt:lpstr>
      <vt:lpstr>Myelin Map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(W-I)R  </dc:title>
  <dc:creator>Haynes, Kellen M</dc:creator>
  <cp:lastModifiedBy>Haynes, Kellen M</cp:lastModifiedBy>
  <cp:revision>10</cp:revision>
  <dcterms:created xsi:type="dcterms:W3CDTF">2019-06-17T05:52:21Z</dcterms:created>
  <dcterms:modified xsi:type="dcterms:W3CDTF">2019-06-17T23:53:18Z</dcterms:modified>
</cp:coreProperties>
</file>